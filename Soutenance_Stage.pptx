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37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4" r:id="rId22"/>
    <p:sldId id="340" r:id="rId23"/>
    <p:sldId id="325" r:id="rId24"/>
    <p:sldId id="326" r:id="rId25"/>
    <p:sldId id="327" r:id="rId26"/>
    <p:sldId id="328" r:id="rId27"/>
    <p:sldId id="338" r:id="rId28"/>
    <p:sldId id="335" r:id="rId29"/>
    <p:sldId id="333" r:id="rId30"/>
    <p:sldId id="332" r:id="rId31"/>
    <p:sldId id="337" r:id="rId32"/>
    <p:sldId id="336" r:id="rId33"/>
    <p:sldId id="301" r:id="rId34"/>
    <p:sldId id="302" r:id="rId35"/>
    <p:sldId id="305" r:id="rId3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92"/>
    <a:srgbClr val="61953D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30/05/2017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30/05/2017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30/05/2017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30/05/2017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30/05/2017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30/05/2017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30/05/2017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30/05/2017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30/05/2017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30/05/2017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30/05/2017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30/05/2017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30/05/2017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746868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40327" y="3655828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8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641196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19090" y="2090974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réalisée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principal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certifiée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Cylindre 5"/>
          <p:cNvSpPr/>
          <p:nvPr/>
        </p:nvSpPr>
        <p:spPr>
          <a:xfrm>
            <a:off x="1109421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49690" y="3818442"/>
            <a:ext cx="1831276" cy="685808"/>
          </a:xfrm>
          <a:prstGeom prst="rect">
            <a:avLst/>
          </a:prstGeom>
          <a:solidFill>
            <a:schemeClr val="bg1"/>
          </a:solidFill>
          <a:ln w="28575">
            <a:solidFill>
              <a:srgbClr val="6195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61953D"/>
                </a:solidFill>
              </a:rPr>
              <a:t>Renumérotation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1971739" y="4161346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Export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Connecteur droit avec flèche 11"/>
          <p:cNvCxnSpPr>
            <a:stCxn id="6" idx="4"/>
            <a:endCxn id="9" idx="1"/>
          </p:cNvCxnSpPr>
          <p:nvPr/>
        </p:nvCxnSpPr>
        <p:spPr>
          <a:xfrm>
            <a:off x="1925105" y="4161346"/>
            <a:ext cx="17245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696323" y="4522624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Outil de Migration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4" name="Connecteur droit avec flèche 13"/>
          <p:cNvCxnSpPr>
            <a:endCxn id="16" idx="2"/>
          </p:cNvCxnSpPr>
          <p:nvPr/>
        </p:nvCxnSpPr>
        <p:spPr>
          <a:xfrm>
            <a:off x="5480965" y="4161346"/>
            <a:ext cx="16039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5360315" y="4195792"/>
            <a:ext cx="1784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Import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rgbClr val="FF0000"/>
              </a:solidFill>
            </a:endParaRP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Cylindre 15"/>
          <p:cNvSpPr/>
          <p:nvPr/>
        </p:nvSpPr>
        <p:spPr>
          <a:xfrm>
            <a:off x="7084900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17" name="Espace réservé du contenu 30"/>
          <p:cNvSpPr txBox="1">
            <a:spLocks/>
          </p:cNvSpPr>
          <p:nvPr/>
        </p:nvSpPr>
        <p:spPr>
          <a:xfrm>
            <a:off x="925170" y="1925950"/>
            <a:ext cx="7886700" cy="753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principale :</a:t>
            </a:r>
          </a:p>
        </p:txBody>
      </p:sp>
      <p:sp>
        <p:nvSpPr>
          <p:cNvPr id="18" name="Espace réservé du contenu 30"/>
          <p:cNvSpPr txBox="1">
            <a:spLocks/>
          </p:cNvSpPr>
          <p:nvPr/>
        </p:nvSpPr>
        <p:spPr>
          <a:xfrm>
            <a:off x="925170" y="2302785"/>
            <a:ext cx="8059882" cy="108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FF0000"/>
                </a:solidFill>
                <a:latin typeface="Calibri (Corps)"/>
              </a:rPr>
              <a:t>Compilation des tables modifiées </a:t>
            </a:r>
            <a:r>
              <a:rPr lang="fr-FR" sz="2000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 perte des données stockées</a:t>
            </a:r>
            <a:endParaRPr lang="fr-FR" sz="20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9" name="Espace réservé du contenu 30"/>
          <p:cNvSpPr txBox="1">
            <a:spLocks/>
          </p:cNvSpPr>
          <p:nvPr/>
        </p:nvSpPr>
        <p:spPr>
          <a:xfrm>
            <a:off x="925170" y="3284771"/>
            <a:ext cx="7886700" cy="753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mise en place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20" name="Espace réservé du contenu 30"/>
          <p:cNvSpPr txBox="1">
            <a:spLocks/>
          </p:cNvSpPr>
          <p:nvPr/>
        </p:nvSpPr>
        <p:spPr>
          <a:xfrm>
            <a:off x="925170" y="3763107"/>
            <a:ext cx="8059882" cy="2719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Scénario de migration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Anciennes tables </a:t>
            </a: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tables temporaires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Traitement de la migration en interne dans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878320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de données entre tables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dynamique sur toutes les tables à migrer 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3003857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181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61413" y="520056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5197735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d’analyse d’objets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Préparation à l’ajout de nouvelles fonctionnalités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Mise en place d’une interface simple et efficace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Généraliste et configurable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Transformation en programme « boîte à outils » pour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4008459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d’ajout de Version List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regroupe objets d’un même vertical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comporte un numéro de version du vertical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467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29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45" y="2497873"/>
            <a:ext cx="7544713" cy="5515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6367346" y="2497873"/>
            <a:ext cx="1834612" cy="5515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6593630" y="1870125"/>
            <a:ext cx="177313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200" dirty="0">
                <a:solidFill>
                  <a:srgbClr val="FF0000"/>
                </a:solidFill>
                <a:latin typeface="Calibri (Corps)"/>
              </a:rPr>
              <a:t>Version List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875" y="3985145"/>
            <a:ext cx="3153215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Connecteur : en angle 24"/>
          <p:cNvCxnSpPr>
            <a:stCxn id="3" idx="2"/>
          </p:cNvCxnSpPr>
          <p:nvPr/>
        </p:nvCxnSpPr>
        <p:spPr>
          <a:xfrm rot="5400000">
            <a:off x="5252810" y="2874697"/>
            <a:ext cx="1857123" cy="2206562"/>
          </a:xfrm>
          <a:prstGeom prst="bentConnector2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18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nouveaux objets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objets standards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modifiés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de la Version List : 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Comparer chaque objet standard avec un objet de référence</a:t>
            </a:r>
            <a:endParaRPr lang="fr-FR" sz="20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4015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31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de génération de documentation HTML :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Documentation des tables et champs ajoutés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NAV : serveur de documentation Web</a:t>
            </a: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8172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906036" y="2784963"/>
            <a:ext cx="8059882" cy="32581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Documents techniques d’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besoins d’entreprise :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 Développement C/AL spécifiques sous Dynamics </a:t>
            </a:r>
            <a:r>
              <a:rPr lang="fr-FR" sz="19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fr-FR" sz="19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C# sur des PSM : </a:t>
            </a:r>
            <a:endParaRPr lang="fr-FR" sz="19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6036" y="2257982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sur des « fiches d’écarts »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767614" y="1320800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615" y="4477372"/>
            <a:ext cx="1778619" cy="177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3901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5710" y="110750"/>
            <a:ext cx="6347713" cy="1320800"/>
          </a:xfrm>
        </p:spPr>
        <p:txBody>
          <a:bodyPr>
            <a:normAutofit/>
          </a:bodyPr>
          <a:lstStyle/>
          <a:p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Bilan humain et</a:t>
            </a:r>
            <a:br>
              <a:rPr lang="fr-FR" sz="38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49848" y="1912280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Mise en place des compétences acquises en Licence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6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Stage de 8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Expérience supplémentaire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Me conforte dans mon envie de me diriger vers les métiers du développement logiciel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255710" y="110750"/>
            <a:ext cx="6347713" cy="1320800"/>
          </a:xfrm>
        </p:spPr>
        <p:txBody>
          <a:bodyPr>
            <a:normAutofit/>
          </a:bodyPr>
          <a:lstStyle/>
          <a:p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Bilan humain et</a:t>
            </a:r>
            <a:br>
              <a:rPr lang="fr-FR" sz="38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technique</a:t>
            </a:r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-Roman" pitchFamily="2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-Roman" pitchFamily="2" charset="0"/>
              <a:sym typeface="Wingdings" panose="05000000000000000000" pitchFamily="2" charset="2"/>
            </a:endParaRPr>
          </a:p>
        </p:txBody>
      </p:sp>
      <p:sp>
        <p:nvSpPr>
          <p:cNvPr id="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2010</TotalTime>
  <Words>901</Words>
  <Application>Microsoft Office PowerPoint</Application>
  <PresentationFormat>Affichage à l'écran (4:3)</PresentationFormat>
  <Paragraphs>234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3" baseType="lpstr">
      <vt:lpstr>Arial</vt:lpstr>
      <vt:lpstr>Calibri</vt:lpstr>
      <vt:lpstr>Calibri (Corps)</vt:lpstr>
      <vt:lpstr>Calibri Light</vt:lpstr>
      <vt:lpstr>Eurostile-Roman</vt:lpstr>
      <vt:lpstr>Microsoft New Tai Lue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153</cp:revision>
  <dcterms:created xsi:type="dcterms:W3CDTF">2016-05-18T12:20:50Z</dcterms:created>
  <dcterms:modified xsi:type="dcterms:W3CDTF">2017-05-30T08:40:26Z</dcterms:modified>
</cp:coreProperties>
</file>